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Agentic AI HTML5 Parser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Professional Suite v1.3.0 - Project Summary</a:t>
            </a:r>
          </a:p>
          <a:p>
            <a:r>
              <a:t>University of Florence (Topic 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Core Features &amp;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- 11-State FSM Tokenizer</a:t>
            </a:r>
          </a:p>
          <a:p>
            <a:r>
              <a:t>- Selector Agent Query Engine</a:t>
            </a:r>
          </a:p>
          <a:p>
            <a:r>
              <a:t>- Semantic Compliance Auditor</a:t>
            </a:r>
          </a:p>
          <a:p>
            <a:r>
              <a:t>- Subprocess Sandboxing</a:t>
            </a:r>
          </a:p>
          <a:p>
            <a:r>
              <a:t>- Word &amp; PowerPoint Deliverables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Validation &amp; Verification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Average Compliance Score: 100.0%</a:t>
            </a:r>
          </a:p>
          <a:p>
            <a:r>
              <a:t>Total Test Cases Simulated: 4</a:t>
            </a:r>
          </a:p>
          <a:p>
            <a:r>
              <a:t>- Differential Oracle parity achieved</a:t>
            </a:r>
          </a:p>
          <a:p>
            <a:r>
              <a:t>- Integrity constraints enforced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system provides an industry-leading approach to agentic parsing, combining AI flexibility with hardware-level security and rigorous verification.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