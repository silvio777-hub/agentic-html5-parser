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HTML5 Parser - Demo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summary of demos and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Demos &amp; Implemented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Demos:</a:t>
            </a:r>
          </a:p>
          <a:p>
            <a:pPr lvl="1"/>
            <a:r>
              <a:t>demo1_simple_paragraph</a:t>
            </a:r>
          </a:p>
          <a:p>
            <a:pPr lvl="1"/>
            <a:r>
              <a:t>demo2_links_and_attributes</a:t>
            </a:r>
          </a:p>
          <a:p>
            <a:pPr lvl="1"/>
            <a:r>
              <a:t>demo3_nested_structure</a:t>
            </a:r>
          </a:p>
          <a:p>
            <a:pPr lvl="1"/>
            <a:r>
              <a:t>demo4_form</a:t>
            </a:r>
          </a:p>
          <a:p>
            <a:pPr lvl="1"/>
            <a:r>
              <a:t>demo5_malformed_input</a:t>
            </a:r>
          </a:p>
          <a:p>
            <a:pPr/>
            <a:r>
              <a:t>Implemented features:</a:t>
            </a:r>
          </a:p>
          <a:p>
            <a:pPr lvl="1"/>
            <a:r>
              <a:t>User-&gt;IR preprocessor</a:t>
            </a:r>
          </a:p>
          <a:p>
            <a:pPr lvl="1"/>
            <a:r>
              <a:t>IR-&gt;HTML generator</a:t>
            </a:r>
          </a:p>
          <a:p>
            <a:pPr lvl="1"/>
            <a:r>
              <a:t>Parser trace</a:t>
            </a:r>
          </a:p>
          <a:p>
            <a:pPr lvl="1"/>
            <a:r>
              <a:t>End-to-end reports</a:t>
            </a:r>
          </a:p>
          <a:p>
            <a:pPr lvl="1"/>
            <a:r>
              <a:t>Attribute diffs</a:t>
            </a:r>
          </a:p>
          <a:p>
            <a:pPr lvl="1"/>
            <a:r>
              <a:t>W3C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demo1_simple_paragraph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Artifacts</a:t>
            </a:r>
          </a:p>
          <a:p>
            <a:pPr lvl="1"/>
            <a:r>
              <a:t>out/demo1_simple_paragraph.html</a:t>
            </a:r>
          </a:p>
          <a:p>
            <a:pPr lvl="1"/>
            <a:r>
              <a:t>out/reports/demo1_simple_paragraph_diff.html</a:t>
            </a:r>
          </a:p>
          <a:p>
            <a:pPr lvl="1"/>
            <a:r>
              <a:t>out/reports/demo1_simple_paragraph_tree_diff.html</a:t>
            </a:r>
          </a:p>
          <a:p>
            <a:pPr lvl="1"/>
            <a:r>
              <a:t>out/reports/demo1_simple_paragraph.json</a:t>
            </a:r>
          </a:p>
          <a:p>
            <a:pPr/>
            <a:r>
              <a:t>Summary</a:t>
            </a:r>
          </a:p>
          <a:p>
            <a:pPr lvl="1"/>
            <a:r>
              <a:t>Valid HTML: True</a:t>
            </a:r>
          </a:p>
          <a:p>
            <a:pPr lvl="1"/>
            <a:r>
              <a:t>W3C available: True, html5lib: True</a:t>
            </a:r>
          </a:p>
          <a:p>
            <a:pPr lvl="1"/>
            <a:r>
              <a:t>Tree diffs: 1, Attr diffs: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demo2_links_and_attributes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Artifacts</a:t>
            </a:r>
          </a:p>
          <a:p>
            <a:pPr lvl="1"/>
            <a:r>
              <a:t>out/demo2_links_and_attributes.html</a:t>
            </a:r>
          </a:p>
          <a:p>
            <a:pPr lvl="1"/>
            <a:r>
              <a:t>out/reports/demo2_links_and_attributes_diff.html</a:t>
            </a:r>
          </a:p>
          <a:p>
            <a:pPr lvl="1"/>
            <a:r>
              <a:t>out/reports/demo2_links_and_attributes_tree_diff.html</a:t>
            </a:r>
          </a:p>
          <a:p>
            <a:pPr lvl="1"/>
            <a:r>
              <a:t>out/reports/demo2_links_and_attributes.json</a:t>
            </a:r>
          </a:p>
          <a:p>
            <a:pPr/>
            <a:r>
              <a:t>Summary</a:t>
            </a:r>
          </a:p>
          <a:p>
            <a:pPr lvl="1"/>
            <a:r>
              <a:t>Valid HTML: True</a:t>
            </a:r>
          </a:p>
          <a:p>
            <a:pPr lvl="1"/>
            <a:r>
              <a:t>W3C available: True, html5lib: True</a:t>
            </a:r>
          </a:p>
          <a:p>
            <a:pPr lvl="1"/>
            <a:r>
              <a:t>Tree diffs: 1, Attr diffs: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demo3_nested_structure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Artifacts</a:t>
            </a:r>
          </a:p>
          <a:p>
            <a:pPr lvl="1"/>
            <a:r>
              <a:t>out/demo3_nested_structure.html</a:t>
            </a:r>
          </a:p>
          <a:p>
            <a:pPr lvl="1"/>
            <a:r>
              <a:t>out/reports/demo3_nested_structure_diff.html</a:t>
            </a:r>
          </a:p>
          <a:p>
            <a:pPr lvl="1"/>
            <a:r>
              <a:t>out/reports/demo3_nested_structure_tree_diff.html</a:t>
            </a:r>
          </a:p>
          <a:p>
            <a:pPr lvl="1"/>
            <a:r>
              <a:t>out/reports/demo3_nested_structure.json</a:t>
            </a:r>
          </a:p>
          <a:p>
            <a:pPr/>
            <a:r>
              <a:t>Summary</a:t>
            </a:r>
          </a:p>
          <a:p>
            <a:pPr lvl="1"/>
            <a:r>
              <a:t>Valid HTML: True</a:t>
            </a:r>
          </a:p>
          <a:p>
            <a:pPr lvl="1"/>
            <a:r>
              <a:t>W3C available: True, html5lib: True</a:t>
            </a:r>
          </a:p>
          <a:p>
            <a:pPr lvl="1"/>
            <a:r>
              <a:t>Tree diffs: 1, Attr diffs: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demo4_form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Artifacts</a:t>
            </a:r>
          </a:p>
          <a:p>
            <a:pPr lvl="1"/>
            <a:r>
              <a:t>out/demo4_form.html</a:t>
            </a:r>
          </a:p>
          <a:p>
            <a:pPr lvl="1"/>
            <a:r>
              <a:t>out/reports/demo4_form_diff.html</a:t>
            </a:r>
          </a:p>
          <a:p>
            <a:pPr lvl="1"/>
            <a:r>
              <a:t>out/reports/demo4_form_tree_diff.html</a:t>
            </a:r>
          </a:p>
          <a:p>
            <a:pPr lvl="1"/>
            <a:r>
              <a:t>out/reports/demo4_form.json</a:t>
            </a:r>
          </a:p>
          <a:p>
            <a:pPr/>
            <a:r>
              <a:t>Summary</a:t>
            </a:r>
          </a:p>
          <a:p>
            <a:pPr lvl="1"/>
            <a:r>
              <a:t>Valid HTML: True</a:t>
            </a:r>
          </a:p>
          <a:p>
            <a:pPr lvl="1"/>
            <a:r>
              <a:t>W3C available: True, html5lib: True</a:t>
            </a:r>
          </a:p>
          <a:p>
            <a:pPr lvl="1"/>
            <a:r>
              <a:t>Tree diffs: 1, Attr diffs: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demo5_malformed_input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Artifacts</a:t>
            </a:r>
          </a:p>
          <a:p>
            <a:pPr lvl="1"/>
            <a:r>
              <a:t>out/demo5_malformed_input.html</a:t>
            </a:r>
          </a:p>
          <a:p>
            <a:pPr lvl="1"/>
            <a:r>
              <a:t>out/reports/demo5_malformed_input_diff.html</a:t>
            </a:r>
          </a:p>
          <a:p>
            <a:pPr lvl="1"/>
            <a:r>
              <a:t>out/reports/demo5_malformed_input_tree_diff.html</a:t>
            </a:r>
          </a:p>
          <a:p>
            <a:pPr lvl="1"/>
            <a:r>
              <a:t>out/reports/demo5_malformed_input.json</a:t>
            </a:r>
          </a:p>
          <a:p>
            <a:pPr/>
            <a:r>
              <a:t>Summary</a:t>
            </a:r>
          </a:p>
          <a:p>
            <a:pPr lvl="1"/>
            <a:r>
              <a:t>Valid HTML: True</a:t>
            </a:r>
          </a:p>
          <a:p>
            <a:pPr lvl="1"/>
            <a:r>
              <a:t>W3C available: True, html5lib: True</a:t>
            </a:r>
          </a:p>
          <a:p>
            <a:pPr lvl="1"/>
            <a:r>
              <a:t>Tree diffs: 1, Attr diffs: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